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12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0" y="228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GOV-041–055  ·  15 Digital Workers  ·  Subscription Only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Recorder Office Suite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74320" y="20665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chain of title. Instant recording. Real tax revenue.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2578608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backlogs — weeks, not hours.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54096" y="2560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GOV-041 validates completeness in seconds. eCORDS record created immediately.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962656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records enable fraud.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54096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patent. Every entry permanent. Cannot be altered.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346704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Under-assessment costs counties millions.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54096" y="3328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Deed transfer triggers reassessment. Permit CO triggers improvement capture.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4256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 A Box  //  titleapp.ai/government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Workers. Complete Recording Function.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28600" y="1170432"/>
            <a:ext cx="4251960" cy="310896"/>
          </a:xfrm>
          <a:prstGeom prst="rect">
            <a:avLst/>
          </a:prstGeom>
          <a:solidFill>
            <a:srgbClr val="EEF8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20040" y="1216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GOV-041 ★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36776" y="121615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Recording Intake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69080" y="1216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170432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663440" y="117043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54880" y="1216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GOV-049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071616" y="121615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&amp; Search Engine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1216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1517904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228600" y="1517904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20040" y="15636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636776" y="156362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Title Manager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069080" y="1563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1517904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663440" y="1517904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754880" y="15636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GOV-050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71616" y="156362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Record Digitization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03920" y="1563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1865376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" y="1865376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20040" y="1911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GOV-043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636776" y="191109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Deed Transfer Processor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069080" y="19110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63440" y="1865376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4663440" y="1865376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754880" y="1911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GOV-051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071616" y="191109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 &amp; Reconciliation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503920" y="19110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28600" y="2212848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228600" y="2212848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320040" y="2258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GOV-044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636776" y="2258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Recording &amp; Release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69080" y="22585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3440" y="2212848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4663440" y="2212848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4754880" y="2258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GOV-052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71616" y="225856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 Valuation Sync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503920" y="22585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28600" y="256032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228600" y="2560320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32004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GOV-045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636776" y="26060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 &amp; Notarization Manager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069080" y="26060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663440" y="256032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4663440" y="2560320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475488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GOV-053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071616" y="26060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Readiness Monitor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8503920" y="26060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28600" y="2907792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8" name="Shape 55"/>
          <p:cNvSpPr/>
          <p:nvPr/>
        </p:nvSpPr>
        <p:spPr>
          <a:xfrm>
            <a:off x="228600" y="290779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320040" y="2953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GOV-046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636776" y="295351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eCORDS Compliance Monitor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069080" y="29535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663440" y="2907792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4663440" y="290779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754880" y="2953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GOV-054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071616" y="295351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Chain Query Portal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503920" y="29535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28600" y="3255264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8" name="Shape 65"/>
          <p:cNvSpPr/>
          <p:nvPr/>
        </p:nvSpPr>
        <p:spPr>
          <a:xfrm>
            <a:off x="228600" y="3255264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320040" y="33009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GOV-047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1636776" y="330098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Fraud Detection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4069080" y="33009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663440" y="3255264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3" name="Shape 70"/>
          <p:cNvSpPr/>
          <p:nvPr/>
        </p:nvSpPr>
        <p:spPr>
          <a:xfrm>
            <a:off x="4663440" y="3255264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74" name="Text 71"/>
          <p:cNvSpPr/>
          <p:nvPr/>
        </p:nvSpPr>
        <p:spPr>
          <a:xfrm>
            <a:off x="4754880" y="33009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GOV-048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6071616" y="330098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Records Request Mgr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8503920" y="33009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228600" y="3602736"/>
            <a:ext cx="4251960" cy="31089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78" name="Shape 75"/>
          <p:cNvSpPr/>
          <p:nvPr/>
        </p:nvSpPr>
        <p:spPr>
          <a:xfrm>
            <a:off x="228600" y="3602736"/>
            <a:ext cx="50292" cy="31089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320040" y="36484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GOV-055 Alex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1636776" y="364845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Recorder Chief of Staff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4069080" y="3648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Recording. Accurate Valuations. Real Tax Revenue.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74320" y="914400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38912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backlog: eliminated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submitted electronically. GOV-041 validates completeness in seconds. eCORDS-compliant record created immediately. Title company sees it instantly — no status call.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883664"/>
            <a:ext cx="859536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74320" y="1883664"/>
            <a:ext cx="50292" cy="8046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8912" y="1975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Deed transfer triggers valuation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2267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deed recorded by GOV-043 pushes a notification to the assessor. Immediate market-value reassessment opportunity. No more missed updates from under-reported transfers.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" y="2852928"/>
            <a:ext cx="859536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74320" y="2852928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is clear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" y="32369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with 500K parcels, 2% under-assessment at $400K avg = $4B in missing taxable value. A 1.2% tax rate = $48M uncollected annually. The recorder is the fix.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3822192"/>
            <a:ext cx="859536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74320" y="3822192"/>
            <a:ext cx="50292" cy="8046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8912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chain — patent protected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" y="4206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TitleApp's append-only title registry patent. Records cannot be altered — only appended. Every event permanent. GOV-047 fraud detection runs on every intake.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 included. Discounts apply automatically as you add more.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53312"/>
            <a:ext cx="2697480" cy="149961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53312"/>
            <a:ext cx="50292" cy="149961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264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37360" y="1472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4708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collection, status portal, queue mgmt, public records requests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78608"/>
            <a:ext cx="2697480" cy="219456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968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53312"/>
            <a:ext cx="2697480" cy="149961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53312"/>
            <a:ext cx="50292" cy="149961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264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36008" y="1472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4708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intake, chain of title, deed transfer, lien recording, index &amp; search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78608"/>
            <a:ext cx="2697480" cy="219456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968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53312"/>
            <a:ext cx="2697480" cy="149961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53312"/>
            <a:ext cx="50292" cy="14996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264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34656" y="1472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4708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 notarization, fraud detection, assessor sync, eCORDS compliance, audit readiness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78608"/>
            <a:ext cx="2697480" cy="219456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968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529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Subscription Only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358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73552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375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584448"/>
            <a:ext cx="2057400" cy="9875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584448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48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867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1696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free — daily briefing, worker audit, anomaly alerts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487168" y="3584448"/>
            <a:ext cx="2057400" cy="9875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584448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48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867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1696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included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00016" y="3584448"/>
            <a:ext cx="2057400" cy="987552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584448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48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867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1696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15-worker suite. Maximum savings. Volume discounts auto-applied.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912864" y="3584448"/>
            <a:ext cx="2057400" cy="9875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5844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48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867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1696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772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Recorder Office Suite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276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chain of title. Instant recording. Real tax revenue.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4320" y="210312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10312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10312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10312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10312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10312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10312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10312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72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titleapp.ai/government/recorder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383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GOV-041  Document Recording Intake  ($49/mo)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383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GOV-045  RON &amp; Notarization Manager  ($79/mo)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57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GOV-042  Chain of Title Manager  ($49/mo)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57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GOV-052  Assessor Valuation Sync  ($79/mo)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096512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398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398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187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398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Government In A Box — Recorder Office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2026-03-06T19:41:11Z</dcterms:created>
  <dcterms:modified xsi:type="dcterms:W3CDTF">2026-03-06T19:41:11Z</dcterms:modified>
</cp:coreProperties>
</file>