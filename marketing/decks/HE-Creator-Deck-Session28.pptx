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73152" cy="73152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82880"/>
            <a:ext cx="73152" cy="73152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182880"/>
            <a:ext cx="73152" cy="73152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182880"/>
            <a:ext cx="73152" cy="73152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182880"/>
            <a:ext cx="73152" cy="73152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182880"/>
            <a:ext cx="73152" cy="73152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182880"/>
            <a:ext cx="73152" cy="73152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0" y="182880"/>
            <a:ext cx="73152" cy="73152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731520"/>
            <a:ext cx="1005840" cy="10058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960120"/>
            <a:ext cx="548640" cy="5486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737360" y="777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TitleApp AI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17373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expertise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your income.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548640" y="32918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where nurses, medics, and educators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AI-powered digital workers — and earn while they work.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498080" y="1097280"/>
            <a:ext cx="1097280" cy="32004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86700" y="548640"/>
            <a:ext cx="320040" cy="141732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0" y="1920240"/>
            <a:ext cx="201168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949440" y="195681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1.7M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949440" y="2267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Nurses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858000" y="2788920"/>
            <a:ext cx="201168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949440" y="28254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260K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949440" y="3136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Professionals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858000" y="3657600"/>
            <a:ext cx="201168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949440" y="369417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75%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949440" y="4005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Revenue Share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8640" y="4343400"/>
            <a:ext cx="25603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94360" y="44074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MEDCREATOR — Free through Dec 2026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titleapp.ai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PAIN EVERY NURSE AND MEDIC KNOWS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6517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96012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1887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0116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Charting.</a:t>
            </a:r>
            <a:endParaRPr lang="en-US" sz="17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Charting.</a:t>
            </a:r>
            <a:endParaRPr lang="en-US" sz="17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Charting.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30352" y="3127248"/>
            <a:ext cx="23225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spend more time documenting care than delivering it. The same information enters 3 systems in 3 formats. None of them talk to each other.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46120" y="777240"/>
            <a:ext cx="26517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777240"/>
            <a:ext cx="2651760" cy="54864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0" y="960120"/>
            <a:ext cx="914400" cy="91440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1887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20116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that</a:t>
            </a:r>
            <a:endParaRPr lang="en-US" sz="17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doesn't train.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410712" y="3127248"/>
            <a:ext cx="23225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12-minute video from 2019. A 10-question quiz. Every hospital mandates it. Nobody learns anything. Accreditation boxes get checked. Patients are no safer.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26480" y="777240"/>
            <a:ext cx="26517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777240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995160" y="96012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1887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20116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one to</a:t>
            </a:r>
            <a:endParaRPr lang="en-US" sz="17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 at 3am.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291072" y="3127248"/>
            <a:ext cx="23225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grad. Something doesn't look right. Charge nurse is slammed. Resident isn't answering. Right now they Google it or text a friend.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028090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boss said use Copilot.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hospital said don't use AI at all.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3657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 your students graduate in 6 months into a world</a:t>
            </a:r>
            <a:endParaRPr lang="en-US" sz="2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+ wearables IS the job.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Nobody's building the bridge.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5943600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363016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Except you can — and you can earn from it.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3474720"/>
            <a:ext cx="914400" cy="914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10972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what's already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head.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into a worker.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while you're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shift.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20624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37083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4325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titleapp.ai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749040" y="320040"/>
            <a:ext cx="5120640" cy="914400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49040" y="320040"/>
            <a:ext cx="54864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86200" y="3931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434840" y="3931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your specialty + state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34840" y="70408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care, flight nursing, EMS, OR, NICU — choose your subject domain and jurisdiction. The platform knows the rules.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749040" y="1435608"/>
            <a:ext cx="5120640" cy="9144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749040" y="1435608"/>
            <a:ext cx="54864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86200" y="1508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434840" y="15087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your expertise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434840" y="1819656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Alex what you know. Your protocols, your workflows, your 15 years of clinical judgment. Alex helps you structure it into a worker.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749040" y="2551176"/>
            <a:ext cx="5120640" cy="914400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749040" y="2551176"/>
            <a:ext cx="54864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86200" y="2624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434840" y="26243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worker goes live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434840" y="2935224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a 6-stage compliance pipeline. Published to the marketplace. Colleagues in your specialty find it and subscribe.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749040" y="3666744"/>
            <a:ext cx="5120640" cy="9144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749040" y="3666744"/>
            <a:ext cx="54864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86200" y="37398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4434840" y="373989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earn 75% of every subscription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434840" y="405079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share of every execution. The worker runs while you sleep, while you're on shift, while you teach.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LANES. 42 WORKERS. YOU BUILD THE ONES YOU KNOW.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103327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704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051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It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88720" y="1417320"/>
            <a:ext cx="1371600" cy="237744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16152" y="143560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29768" y="1856232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design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AI program architecture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00400" y="8686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868680"/>
            <a:ext cx="2743200" cy="54864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10128" y="1033272"/>
            <a:ext cx="640080" cy="64008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17043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69080" y="1051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It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069080" y="1417320"/>
            <a:ext cx="1371600" cy="237744"/>
          </a:xfrm>
          <a:prstGeom prst="rect">
            <a:avLst/>
          </a:prstGeom>
          <a:solidFill>
            <a:srgbClr val="F39C12">
              <a:alpha val="15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096512" y="143560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LOW–MED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310128" y="1856232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Scenarios, drills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exam prep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080760" y="8686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80760" y="86868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190488" y="103327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170432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949440" y="1051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It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6949440" y="1417320"/>
            <a:ext cx="1371600" cy="237744"/>
          </a:xfrm>
          <a:prstGeom prst="rect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976872" y="143560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MED–HIGH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190488" y="1856232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handoffs &amp; records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320040" y="288036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20040" y="2880360"/>
            <a:ext cx="2743200" cy="54864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29768" y="3044952"/>
            <a:ext cx="640080" cy="64008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182112"/>
            <a:ext cx="36576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188720" y="3063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 Me Up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1188720" y="3429000"/>
            <a:ext cx="1371600" cy="237744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1216152" y="344728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429768" y="3867912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protocol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drug reference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3200400" y="288036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3200400" y="288036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3310128" y="304495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3182112"/>
            <a:ext cx="365760" cy="36576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4069080" y="3063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 It</a:t>
            </a:r>
            <a:endParaRPr lang="en-US" sz="1600" dirty="0"/>
          </a:p>
        </p:txBody>
      </p:sp>
      <p:sp>
        <p:nvSpPr>
          <p:cNvPr id="41" name="Shape 34"/>
          <p:cNvSpPr/>
          <p:nvPr/>
        </p:nvSpPr>
        <p:spPr>
          <a:xfrm>
            <a:off x="4069080" y="3429000"/>
            <a:ext cx="1371600" cy="237744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4096512" y="344728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3310128" y="3867912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CEU tracking &amp;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renewal</a:t>
            </a:r>
            <a:endParaRPr lang="en-US" sz="1150" dirty="0"/>
          </a:p>
        </p:txBody>
      </p:sp>
      <p:sp>
        <p:nvSpPr>
          <p:cNvPr id="44" name="Shape 37"/>
          <p:cNvSpPr/>
          <p:nvPr/>
        </p:nvSpPr>
        <p:spPr>
          <a:xfrm>
            <a:off x="6080760" y="288036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6080760" y="2880360"/>
            <a:ext cx="2743200" cy="54864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6190488" y="3044952"/>
            <a:ext cx="640080" cy="64008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182112"/>
            <a:ext cx="365760" cy="36576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949440" y="3063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 It</a:t>
            </a:r>
            <a:endParaRPr lang="en-US" sz="1600" dirty="0"/>
          </a:p>
        </p:txBody>
      </p:sp>
      <p:sp>
        <p:nvSpPr>
          <p:cNvPr id="49" name="Shape 41"/>
          <p:cNvSpPr/>
          <p:nvPr/>
        </p:nvSpPr>
        <p:spPr>
          <a:xfrm>
            <a:off x="6949440" y="3429000"/>
            <a:ext cx="1371600" cy="237744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6976872" y="344728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6190488" y="3867912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tools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side hustle analytics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worker isn't generic.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yours. It knows your state. It knows your protocols.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333756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40233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72768"/>
            <a:ext cx="365760" cy="36576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1848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572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 Domain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2688" y="21305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Care / ICU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4144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32688" y="2423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/ ER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734056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32688" y="2715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Nursing / Transport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026664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32688" y="30083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/ Paramedic</a:t>
            </a:r>
            <a:endParaRPr lang="en-US" sz="11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319272"/>
            <a:ext cx="201168" cy="2011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32688" y="33009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Periop / OR</a:t>
            </a:r>
            <a:endParaRPr lang="en-US" sz="11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611880"/>
            <a:ext cx="201168" cy="20116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32688" y="3593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Peds / NICU</a:t>
            </a:r>
            <a:endParaRPr lang="en-US" sz="115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904488"/>
            <a:ext cx="201168" cy="20116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932688" y="38862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 / L&amp;D</a:t>
            </a:r>
            <a:endParaRPr lang="en-US" sz="115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197096"/>
            <a:ext cx="201168" cy="20116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932688" y="41788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Health</a:t>
            </a:r>
            <a:endParaRPr lang="en-US" sz="115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4489704"/>
            <a:ext cx="201168" cy="201168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932688" y="44714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Education Faculty</a:t>
            </a:r>
            <a:endParaRPr lang="en-US" sz="1150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" y="4782312"/>
            <a:ext cx="201168" cy="201168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932688" y="47640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Instructor / Academy</a:t>
            </a:r>
            <a:endParaRPr lang="en-US" sz="1150" dirty="0"/>
          </a:p>
        </p:txBody>
      </p:sp>
      <p:sp>
        <p:nvSpPr>
          <p:cNvPr id="29" name="Shape 16"/>
          <p:cNvSpPr/>
          <p:nvPr/>
        </p:nvSpPr>
        <p:spPr>
          <a:xfrm>
            <a:off x="4754880" y="1508760"/>
            <a:ext cx="4023360" cy="3337560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17"/>
          <p:cNvSpPr/>
          <p:nvPr/>
        </p:nvSpPr>
        <p:spPr>
          <a:xfrm>
            <a:off x="4754880" y="1508760"/>
            <a:ext cx="402336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Shape 18"/>
          <p:cNvSpPr/>
          <p:nvPr/>
        </p:nvSpPr>
        <p:spPr>
          <a:xfrm>
            <a:off x="4846320" y="1572768"/>
            <a:ext cx="365760" cy="36576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2040" y="1618488"/>
            <a:ext cx="274320" cy="27432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5321808" y="1572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Jurisdiction</a:t>
            </a:r>
            <a:endParaRPr lang="en-US" sz="1500" dirty="0"/>
          </a:p>
        </p:txBody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37760" y="2148840"/>
            <a:ext cx="201168" cy="201168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5230368" y="21305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scope of practice</a:t>
            </a:r>
            <a:endParaRPr lang="en-US" sz="1150" dirty="0"/>
          </a:p>
        </p:txBody>
      </p:sp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37760" y="2441448"/>
            <a:ext cx="201168" cy="201168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5230368" y="2423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protocols</a:t>
            </a:r>
            <a:endParaRPr lang="en-US" sz="1150" dirty="0"/>
          </a:p>
        </p:txBody>
      </p:sp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37760" y="2734056"/>
            <a:ext cx="201168" cy="201168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5230368" y="2715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director standing orders</a:t>
            </a:r>
            <a:endParaRPr lang="en-US" sz="1150" dirty="0"/>
          </a:p>
        </p:txBody>
      </p:sp>
      <p:pic>
        <p:nvPicPr>
          <p:cNvPr id="4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37760" y="3026664"/>
            <a:ext cx="201168" cy="201168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5230368" y="30083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accreditation standards</a:t>
            </a:r>
            <a:endParaRPr lang="en-US" sz="1150" dirty="0"/>
          </a:p>
        </p:txBody>
      </p:sp>
      <p:pic>
        <p:nvPicPr>
          <p:cNvPr id="4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37760" y="3319272"/>
            <a:ext cx="201168" cy="201168"/>
          </a:xfrm>
          <a:prstGeom prst="rect">
            <a:avLst/>
          </a:prstGeom>
        </p:spPr>
      </p:pic>
      <p:sp>
        <p:nvSpPr>
          <p:cNvPr id="43" name="Text 24"/>
          <p:cNvSpPr/>
          <p:nvPr/>
        </p:nvSpPr>
        <p:spPr>
          <a:xfrm>
            <a:off x="5230368" y="33009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EMS office rules</a:t>
            </a:r>
            <a:endParaRPr lang="en-US" sz="1150" dirty="0"/>
          </a:p>
        </p:txBody>
      </p:sp>
      <p:pic>
        <p:nvPicPr>
          <p:cNvPr id="4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37760" y="3611880"/>
            <a:ext cx="201168" cy="201168"/>
          </a:xfrm>
          <a:prstGeom prst="rect">
            <a:avLst/>
          </a:prstGeom>
        </p:spPr>
      </p:pic>
      <p:sp>
        <p:nvSpPr>
          <p:cNvPr id="45" name="Text 25"/>
          <p:cNvSpPr/>
          <p:nvPr/>
        </p:nvSpPr>
        <p:spPr>
          <a:xfrm>
            <a:off x="5230368" y="3593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system SOPs</a:t>
            </a:r>
            <a:endParaRPr lang="en-US" sz="1150" dirty="0"/>
          </a:p>
        </p:txBody>
      </p:sp>
      <p:sp>
        <p:nvSpPr>
          <p:cNvPr id="46" name="Shape 26"/>
          <p:cNvSpPr/>
          <p:nvPr/>
        </p:nvSpPr>
        <p:spPr>
          <a:xfrm>
            <a:off x="4892040" y="4297680"/>
            <a:ext cx="3749040" cy="411480"/>
          </a:xfrm>
          <a:prstGeom prst="rect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27"/>
          <p:cNvSpPr/>
          <p:nvPr/>
        </p:nvSpPr>
        <p:spPr>
          <a:xfrm>
            <a:off x="4956048" y="4315968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you upload your specific content, the worker runs with a platform disclaimer. Upload your protocols — disclaimer lifts. The worker becomes yours.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FLYWHEEL — BUILD ONCE, EARN FOREVER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0" y="1691640"/>
            <a:ext cx="2194560" cy="21945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0" y="2331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</a:t>
            </a:r>
            <a:endParaRPr lang="en-US" sz="1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011680" cy="1554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86868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058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1600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curriculum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Build It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0" y="777240"/>
            <a:ext cx="2011680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543800" y="86868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0058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1600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use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in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program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858000" y="3200400"/>
            <a:ext cx="2011680" cy="1554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543800" y="329184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34290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40233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Grads keep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tools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job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274320" y="3200400"/>
            <a:ext cx="2011680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60120" y="329184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4290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11480" y="40233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become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creators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2286000" y="1600200"/>
            <a:ext cx="1280160" cy="77724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</p:sp>
      <p:sp>
        <p:nvSpPr>
          <p:cNvPr id="23" name="Shape 17"/>
          <p:cNvSpPr/>
          <p:nvPr/>
        </p:nvSpPr>
        <p:spPr>
          <a:xfrm>
            <a:off x="6858000" y="1600200"/>
            <a:ext cx="-1280160" cy="77724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5577840" y="3108960"/>
            <a:ext cx="1280160" cy="45720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</p:sp>
      <p:sp>
        <p:nvSpPr>
          <p:cNvPr id="25" name="Shape 19"/>
          <p:cNvSpPr/>
          <p:nvPr/>
        </p:nvSpPr>
        <p:spPr>
          <a:xfrm>
            <a:off x="3566160" y="3108960"/>
            <a:ext cx="-1280160" cy="45720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</p:sp>
      <p:sp>
        <p:nvSpPr>
          <p:cNvPr id="26" name="Shape 20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94360" y="4700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nursing program with 40 graduates/year = 40 potential future creators + 40 paying subscribers — every year.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it actually pay?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 Flight Nurse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Documentation Worker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7440" y="2011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flight nurses @ $29/mo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4140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24140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$1,450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79776"/>
            <a:ext cx="3749040" cy="347472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163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75% share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28163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$1,087.50 / month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82112"/>
            <a:ext cx="3749040" cy="347472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186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3218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$13,050 / year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6210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License cost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36210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(MEDCREATOR 2026)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023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build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4023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weekend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1188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75%</a:t>
            </a:r>
            <a:endParaRPr lang="en-US" sz="7200" dirty="0"/>
          </a:p>
        </p:txBody>
      </p:sp>
      <p:sp>
        <p:nvSpPr>
          <p:cNvPr id="22" name="Text 20"/>
          <p:cNvSpPr/>
          <p:nvPr/>
        </p:nvSpPr>
        <p:spPr>
          <a:xfrm>
            <a:off x="4846320" y="2103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 subscription dollar is yours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2926080"/>
            <a:ext cx="3931920" cy="402336"/>
          </a:xfrm>
          <a:prstGeom prst="rect">
            <a:avLst/>
          </a:prstGeom>
          <a:solidFill>
            <a:srgbClr val="0A254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926080"/>
            <a:ext cx="45720" cy="40233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990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share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49440" y="2990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to you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401568"/>
            <a:ext cx="3931920" cy="402336"/>
          </a:xfrm>
          <a:prstGeom prst="rect">
            <a:avLst/>
          </a:prstGeom>
          <a:solidFill>
            <a:srgbClr val="0A254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401568"/>
            <a:ext cx="45720" cy="402336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34655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overage share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34655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platform margin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877056"/>
            <a:ext cx="3931920" cy="402336"/>
          </a:xfrm>
          <a:prstGeom prst="rect">
            <a:avLst/>
          </a:prstGeom>
          <a:solidFill>
            <a:srgbClr val="0A254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877056"/>
            <a:ext cx="45720" cy="402336"/>
          </a:xfrm>
          <a:prstGeom prst="rect">
            <a:avLst/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941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39410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only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4352544"/>
            <a:ext cx="3931920" cy="402336"/>
          </a:xfrm>
          <a:prstGeom prst="rect">
            <a:avLst/>
          </a:prstGeom>
          <a:solidFill>
            <a:srgbClr val="0A254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4352544"/>
            <a:ext cx="45720" cy="402336"/>
          </a:xfrm>
          <a:prstGeom prst="rect">
            <a:avLst/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4416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49440" y="44165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only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PROGRAMS BUILT FOR THE HEALTHCARE COMMUNITY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26517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850392"/>
            <a:ext cx="146304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MEDCREATOR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371600" y="141732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157276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Founding Creator Waiver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2743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nurses, medics &amp; faculty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3044952"/>
            <a:ext cx="2377440" cy="292608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" y="307238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License FREE through Dec 31 2026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0352" y="3456432"/>
            <a:ext cx="23225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$49/yr. Waived for credentialed health professionals during launch. Your 75% revenue share is fully intact.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46120" y="77724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46120" y="777240"/>
            <a:ext cx="265176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55848" y="850392"/>
            <a:ext cx="146304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868680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GRADNURSE / GRADEMS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572768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38328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Grad Transition Gift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383280" y="2743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within 90 days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383280" y="3044952"/>
            <a:ext cx="2377440" cy="292608"/>
          </a:xfrm>
          <a:prstGeom prst="rect">
            <a:avLst/>
          </a:prstGeom>
          <a:solidFill>
            <a:srgbClr val="0A2540">
              <a:alpha val="12000"/>
            </a:srgbClr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410712" y="307238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 free at your program tier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410712" y="3456432"/>
            <a:ext cx="23225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used TitleApp in school. Keep using it while you find your footing in your first job. Converts to paid after 90 days.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126480" y="77724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126480" y="777240"/>
            <a:ext cx="26517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236208" y="850392"/>
            <a:ext cx="146304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263640" y="868680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NURSEEDU / EMSEDU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7132320" y="141732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768" y="1572768"/>
            <a:ext cx="329184" cy="32918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26364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Educator Evaluation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6263640" y="2743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directors at accredited programs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6263640" y="3044952"/>
            <a:ext cx="2377440" cy="292608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291072" y="307238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 free — Build It lane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291072" y="3456432"/>
            <a:ext cx="23225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HE-001 Curriculum Architect and the full Build It toolset before committing your program.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5303520" cy="50337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build?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expertise has been making hospitals and agencies safer for years.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make it work for you.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24505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titleapp.ai/developers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3017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as a creator — takes 3 minutes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3584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MEDCREATOR at checkout (free through Dec 2026)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23944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41513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building your first worker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4480560" cy="32004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6634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sean@titleapp.ai  |  titleapp.ai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731520"/>
            <a:ext cx="3291840" cy="2011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77840" y="868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200" kern="0" dirty="0">
                <a:solidFill>
                  <a:srgbClr val="06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MEDCREATOR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577840" y="15087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License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through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31, 2026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577840" y="3017520"/>
            <a:ext cx="1508760" cy="804672"/>
          </a:xfrm>
          <a:prstGeom prst="rect">
            <a:avLst/>
          </a:prstGeom>
          <a:solidFill>
            <a:srgbClr val="0A254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77840" y="3072384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577840" y="34930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69480" y="3017520"/>
            <a:ext cx="1508760" cy="804672"/>
          </a:xfrm>
          <a:prstGeom prst="rect">
            <a:avLst/>
          </a:prstGeom>
          <a:solidFill>
            <a:srgbClr val="0A254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69480" y="3072384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269480" y="34930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to build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77840" y="3977640"/>
            <a:ext cx="1508760" cy="804672"/>
          </a:xfrm>
          <a:prstGeom prst="rect">
            <a:avLst/>
          </a:prstGeom>
          <a:solidFill>
            <a:srgbClr val="0A254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577840" y="4032504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577840" y="44531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lanes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69480" y="3977640"/>
            <a:ext cx="1508760" cy="804672"/>
          </a:xfrm>
          <a:prstGeom prst="rect">
            <a:avLst/>
          </a:prstGeom>
          <a:solidFill>
            <a:srgbClr val="0A254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69480" y="4032504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269480" y="44531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domains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TitleApp — Health &amp; EMS Education Suite</dc:title>
  <dc:subject>PptxGenJS Presentation</dc:subject>
  <dc:creator>PptxGenJS</dc:creator>
  <cp:lastModifiedBy>PptxGenJS</cp:lastModifiedBy>
  <cp:revision>1</cp:revision>
  <dcterms:created xsi:type="dcterms:W3CDTF">2026-03-06T21:10:26Z</dcterms:created>
  <dcterms:modified xsi:type="dcterms:W3CDTF">2026-03-06T21:10:26Z</dcterms:modified>
</cp:coreProperties>
</file>