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ckup_hea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868680" cy="9418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VERTICAL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32004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Shortage Isn’t Going Away. The Administrative Burden Can.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student and competency records, governed adaptive tutoring — personalized instruction for every zip code, not just the ones that can pay for it.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5623560"/>
            <a:ext cx="1417320" cy="2011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4"/>
          <p:cNvSpPr/>
          <p:nvPr/>
        </p:nvSpPr>
        <p:spPr>
          <a:xfrm>
            <a:off x="2240280" y="5623560"/>
            <a:ext cx="1417320" cy="20117"/>
          </a:xfrm>
          <a:prstGeom prst="rect">
            <a:avLst/>
          </a:prstGeom>
          <a:solidFill>
            <a:srgbClr val="3E9B5F"/>
          </a:solidFill>
          <a:ln/>
        </p:spPr>
      </p:sp>
      <p:sp>
        <p:nvSpPr>
          <p:cNvPr id="8" name="Text 5"/>
          <p:cNvSpPr/>
          <p:nvPr/>
        </p:nvSpPr>
        <p:spPr>
          <a:xfrm>
            <a:off x="1874520" y="546811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✳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INTELLIGENCE   ✳   PARTICIPATION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· SOCIII Inc.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sean@sociii.ai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Already in Every Classroom, Governed or Not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is already in every classroom. A 2024 Stanford study found AI detection software misidentifies human-written text at rates between 12% and 60% depending on the tool. The detection arms race is unwinnable.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Approximately 50% of new teachers leave the profession within five years — the most common reason cited is workload, not pay. Teachers spend 10–15 hours a week on tasks that have nothing to do with teaching.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1737360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737360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8562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1812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new teachers leave the profession within five years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35240" y="3218688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3218688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18120" y="38130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Hours/week teachers spend on non-instruction tasks (Gates, RAND)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35240" y="4700016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4700016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4818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18120" y="529437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cost per student per month for personalized tutoring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Education vertical — K-12, community college, trade school, and professional programs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Instruction, Gated by Household Income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tutoring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0" y="169164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$50–150/hour per student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450592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404872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specialists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40487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$65,000–90,000/year salary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07792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163824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63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118104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Per-student test prep platforms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311810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$200–400/student/year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621024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877056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77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831336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IEP coordination overhead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383133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15–20% of coordinator's time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334256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654296"/>
            <a:ext cx="9418320" cy="82296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1888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students: ~$100,000/yr (test prep alone)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48188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E9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SOCIII: $31,188/year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Education vertical — K-12, community college, trade school, and professional programs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SOCIII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Outcomes, Not Features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9293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adaptive AI tutoring for every student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practice material generated at any hour, at $5/student/month — the same personalized tutor regardless of household income.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53912" y="1691640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194767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9944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22592" y="19293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parent communication from the actual student record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9944" y="256032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starting from scratch, no pulling grades and attendance from three systems.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16966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5137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IEP accommodations and flags documentation gaps automatically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04672" y="4782312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they become compliance findings at a due process hearing.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53912" y="3913632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416966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9944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22592" y="415137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attendance and performance patterns across every student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9944" y="4782312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Surfacing at-risk students before the problem compounds.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Education vertical — K-12, community college, trade school, and professional programs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FINANCIAL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School of 500 Students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~$100,000/yr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Per-student test prep platform alone, before counting staff hours on IEP documentation and parent communication drafts.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475488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specialists and instructional coordinators add $65,000–90,000/year in salary on top.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49240" cy="41605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SOCIII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9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$31,188/yr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46520" y="2971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pricing: $99/month base plus $5/active student — replaces the test prep spend entirely.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4023360"/>
            <a:ext cx="4754880" cy="1097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eliminates the documentation labor that consumed 15–20% of a coordinator's time.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Education vertical — K-12, community college, trade school, and professional programs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FORCE MULTIPLIER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Hours a Week, Back to Teaching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91672" cy="1417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teacher spends 40% of their time on documentation and communication — roughly 12 hours a week that were supposed to go to students.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1091672" cy="141732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20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handles documentation, drafts communications, and flags at-risk students continuously. Those 12 hours go back to teaching.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force multiplier is not a metaphor. It's 12 extra hours per week returned to the work the teacher trained for and came to do.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Education vertical — K-12, community college, trade school, and professional programs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Records, Anchored for Tamper-Evidence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tutoring session, accommodation application, and intervention is an append-only record in the Vault — immutable, timestamped, and portable.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IEP accommodation is tracked when it is applied, not reconstructed afterward. Alex flags documentation gaps before they become compliance findings.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2377440"/>
            <a:ext cx="155448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3920" y="2377440"/>
            <a:ext cx="1554480" cy="777240"/>
          </a:xfrm>
          <a:prstGeom prst="rect">
            <a:avLst/>
          </a:prstGeom>
          <a:solidFill>
            <a:srgbClr val="EFFAF3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61320" y="2377440"/>
            <a:ext cx="155448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613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1158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618720" y="2377440"/>
            <a:ext cx="1554480" cy="777240"/>
          </a:xfrm>
          <a:prstGeom prst="rect">
            <a:avLst/>
          </a:prstGeom>
          <a:solidFill>
            <a:srgbClr val="EFFAF3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event is timestamped, hashed, and chained to the one before it — the ledger is the audit file.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3931920"/>
            <a:ext cx="5193792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114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a due process hearing asks whether the district provided documented accommodations for a specific student on a specific date, the answer is a query, not a manual search.”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Education vertical — K-12, community college, trade school, and professional programs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Workers, One Chief of Staff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566160"/>
        </p:xfrm>
        <a:graphic>
          <a:graphicData uri="http://schemas.openxmlformats.org/drawingml/2006/table">
            <a:tbl>
              <a:tblPr/>
              <a:tblGrid>
                <a:gridCol w="1920240"/>
                <a:gridCol w="6428232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Worker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What It Does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Record It Creates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Adaptive instruction targeting each student's specific knowledge gap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tutoring-session/v1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Records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Grades, attendance, IEP accommodation tracking, enrollment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student-record/v1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 Manager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Curriculum delivery, standards alignment, unit planning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course-record/v1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Parent-teacher communication, intervention notices, progress reports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comms-bundle/v1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4864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Alex, the Chief of Staff, monitors student progress continuously — surfacing at-risk students and making sure teacher time goes toward students, not paperwork.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Education vertical — K-12, community college, trade school, and professional programs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Architecture, New Market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SOCIII's education infrastructure is proven in nursing education programs, where documentation standards and the consequences of error are higher than in any other education context.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architecture that governs clinical competency records in nursing is directly portable to K-12 and post-secondary programs — same record model, same governance layer, new student population. Every tenant is isolated, student data is never used to train models, and a DPA — with a BAA where applicable — is available for every district, meeting FERPA and applicable state student privacy requirements.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0" y="1691640"/>
            <a:ext cx="402336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691640"/>
            <a:ext cx="4023360" cy="45720"/>
          </a:xfrm>
          <a:prstGeom prst="rect">
            <a:avLst/>
          </a:prstGeom>
          <a:solidFill>
            <a:srgbClr val="3E9B5F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965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09560" y="2468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student per month for personalized AI tutoring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09560" y="3246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09560" y="3749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in a typical mid-size school deployment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09560" y="4526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909560" y="5029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data gaps — unconfigured sources are flagged, not fabricated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Education vertical — K-12, community college, trade school, and professional programs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ckup_hea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66928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TALK TO IT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554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have 28 fifth-graders. Three of them are reading two grade levels below. Show me which ones haven't had a tutoring session this week.”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0574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pulls it immediately from the live student record.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154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 students are taking the state test in six weeks. Which students need the most attention right now?”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surfaces the ranked list with specific gap profiles — from the continuous data the platform maintains as a natural byproduct of students learning.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6177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754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“Draft a parent conference summary for the Martinez family based on Carlos's performance over the last month.”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drafts from the actual student record. The teacher reviews, adjusts the tone if needed, and sends. What used to take 45 minutes takes four.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263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SOCIII's architecture is proven in nursing education. Looking for founding classroom and district partners for K-12 and post-secondary pilots.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0" y="6263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sean@sociii.ai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2026-07-29T16:23:47Z</dcterms:created>
  <dcterms:modified xsi:type="dcterms:W3CDTF">2026-07-29T16:23:47Z</dcterms:modified>
</cp:coreProperties>
</file>