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ckup_hea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68680" cy="9418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PRODUCT PASSPORT VERTICAL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32004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Provenance Is Now a Legal Requirement. The Infrastructure Doesn’t Exist Yet.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supply chain records and governed compliance automation — live and registry-ready before the EU Battery Regulation deadline.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5623560"/>
            <a:ext cx="1417320" cy="2011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4"/>
          <p:cNvSpPr/>
          <p:nvPr/>
        </p:nvSpPr>
        <p:spPr>
          <a:xfrm>
            <a:off x="2240280" y="5623560"/>
            <a:ext cx="1417320" cy="20117"/>
          </a:xfrm>
          <a:prstGeom prst="rect">
            <a:avLst/>
          </a:prstGeom>
          <a:solidFill>
            <a:srgbClr val="3E9B5F"/>
          </a:solidFill>
          <a:ln/>
        </p:spPr>
      </p:sp>
      <p:sp>
        <p:nvSpPr>
          <p:cNvPr id="8" name="Text 5"/>
          <p:cNvSpPr/>
          <p:nvPr/>
        </p:nvSpPr>
        <p:spPr>
          <a:xfrm>
            <a:off x="1874520" y="546811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✳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INTELLIGENCE   ✳   PARTICIPATION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· SOCIII Inc.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sean@sociii.ai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EU Regulatory Mandate Is Already Law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EU Battery Regulation DPP requirement for industrial batteries takes effect February 18, 2027. There is no opt-out, no phase-in grace period, and no small-business exemption for EU market access.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Ecodesign for Sustainable Products Regulation extends the same framework to textiles, electronics, and construction products through 2030. The enforcement mechanism is import control — noncompliant products do not clear customs.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1737360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737360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8562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1812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Battery Regulation DPP deadline — no grace period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35240" y="3218688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3218688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18120" y="38130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units/year affected by the regulation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35240" y="4700016"/>
            <a:ext cx="4023360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4700016"/>
            <a:ext cx="4023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4818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$99/mo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18120" y="52943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base price vs. $2–5M for a consulting assessment alone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DPP vertical — pilot partner: Volta Advisory (compliance consulting)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Options, Two of Them Don't Work in Time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McKinsey/Big Four assessment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$2,000,000–5,000,000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50592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404872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engagement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40487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$3,000,000–10,000,000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163824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63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3118104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compliance team (3–5 FTEs)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118104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$300,000–500,000/year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877056"/>
            <a:ext cx="310896" cy="310896"/>
          </a:xfrm>
          <a:prstGeom prst="ellipse">
            <a:avLst/>
          </a:prstGeom>
          <a:solidFill>
            <a:srgbClr val="F8FAFC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77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831336"/>
            <a:ext cx="5852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to compliance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831336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12–18 months, deadline risk high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334256"/>
            <a:ext cx="94183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654296"/>
            <a:ext cx="9418320" cy="8229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1888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likely missed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48188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E9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SOCIII: on track for Feb 2027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DPP vertical — pilot partner: Volta Advisory (compliance consulting)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SOCIII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Outcomes, Not Features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293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and maintains the DPP record for each product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Builder maps supply chain data, carbon footprint attestations, and lifecycle documentation to the regulation's schema automatically.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53912" y="1691640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194767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22592" y="19293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compliance status against tightening thresholds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9944" y="2560320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Monitor flags when an attestation nears its validity window or a regulatory update affects an existing record.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169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an append-only audit trail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4672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2025 attestation cannot be retroactively changed when the regulation tightens in 2027. Anchored to the Base blockchain by default.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53912" y="3913632"/>
            <a:ext cx="5349240" cy="1965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416966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9944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22592" y="415137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supply chain tracing and registry submission in one workflow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9944" y="4782312"/>
            <a:ext cx="48371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Tracer and Registry Manager run concurrently — no manual data handoff.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DPP vertical — pilot partner: Volta Advisory (compliance consulting)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FINANCIAL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Manufacturer Facing the February 2027 Deadline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$5M–15M total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Four assessment plus implementation engagement — a report and a recommendation, not a running system.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4754880" cy="1097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12–18 month timeline, with the deadline likely missed by the time the custom solution is live.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49240" cy="41605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SOCIII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9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$200–900/mo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46520" y="2971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2-person compliance team. Passport Builder handles the catalog; Alex monitors every deadline.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4023360"/>
            <a:ext cx="4754880" cy="1097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206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Registry-ready DPPs from day one, live before the deadline arrives.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DPP vertical — pilot partner: Volta Advisory (compliance consulting)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FORCE MULTIPLIER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Team, Continuously Compliant Catalog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91672" cy="1417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2-person compliance team manually building and maintaining DPP records for a 50-SKU catalog across three disconnected tools.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91672" cy="141732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20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82219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2-person team. Passport Builder handles the catalog. Alex monitors all deadlines. The audit trail is always current and always tamper-evident.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0749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third option — doing nothing — is market exclusion from the EU. For any company with meaningful EU revenue, that's not a fine. It's losing access to the world's largest single market.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DPP vertical — pilot partner: Volta Advisory (compliance consulting)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Records, Anchored for Tamper-Evidence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product event — a supplier's raw material attestation, a carbon footprint calculation, a certification renewal, an end-of-life disposition — is written as an immutable log entry referencing the one before it, forming a chain.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can go back and change what a supplier attested in 2024 when an audit arrives in 2027, because that entry is not a field that can be edited — it is a permanent event in the chain.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2377440"/>
            <a:ext cx="155448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03920" y="2377440"/>
            <a:ext cx="1554480" cy="777240"/>
          </a:xfrm>
          <a:prstGeom prst="rect">
            <a:avLst/>
          </a:prstGeom>
          <a:solidFill>
            <a:srgbClr val="EFFAF3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61320" y="2377440"/>
            <a:ext cx="155448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613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115800" y="2377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618720" y="2377440"/>
            <a:ext cx="1554480" cy="777240"/>
          </a:xfrm>
          <a:prstGeom prst="rect">
            <a:avLst/>
          </a:prstGeom>
          <a:solidFill>
            <a:srgbClr val="EFFAF3"/>
          </a:solidFill>
          <a:ln w="12700">
            <a:solidFill>
              <a:srgbClr val="3E9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0" y="2377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event is timestamped, hashed, and chained to the one before it — the ledger is the audit file.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3931920"/>
            <a:ext cx="5193792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114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carbon footprint attestation written in 2025 cannot be retroactively changed when the regulation tightens in 2027.”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DPP vertical — pilot partner: Volta Advisory (compliance consulting)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Workers, One Chief of Staff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6428232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Worker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What It Does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</a:rPr>
                        <a:t>Record It Creates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DPP Compliance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Battery Reg compliance check — all required fields validated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dpp-compliance-report/v1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Passport Builder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Generates the compliant DPP package with QR-linkable identifier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dpp-passport/v1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Chain Tracer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Documents supply chain provenance and sourcing certifications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supply-chain-bundle/v1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 Manager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Submits and manages records in the EU DPP registry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registry-record/v1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 Monitor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Tracks battery state of health, incident reports, end-of-life events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0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lifecycle-alert/v1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4864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Alex, the Chief of Staff, monitors compliance deadlines across the entire product catalog — alerting when a DPP needs updating or a supplier's certification is expiring.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DPP vertical — pilot partner: Volta Advisory (compliance consulting)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Deployment, Not a Proof of Concept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1672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SOCIII's first DPP pilot is with Volta Advisory, a consulting firm guiding a medical device manufacturer's EU Battery Regulation compliance program for portable medical device batteries.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hardest version of the problem: two regulatory frameworks (MDR and EU Battery Regulation), multiple supply chain tiers, and a product where the provenance record has patient safety implications. The learnings translate directly to the broader EU Battery Regulation and ESPR market.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35240" y="1691640"/>
            <a:ext cx="402336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691640"/>
            <a:ext cx="4023360" cy="45720"/>
          </a:xfrm>
          <a:prstGeom prst="rect">
            <a:avLst/>
          </a:prstGeom>
          <a:solidFill>
            <a:srgbClr val="3E9B5F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965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909560" y="2468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frameworks satisfied simultaneously — MDR and EU Battery Regulation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09560" y="32461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09560" y="3749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app and API connector roadmap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09560" y="4526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909560" y="5029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data gaps — unconfigured sources are flagged, not fabricated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SOCIII Inc. · DPP vertical — pilot partner: Volta Advisory (compliance consulting)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0" y="6547104"/>
            <a:ext cx="2313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pending (USPTO filings May 2026) · sociii.ai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ckup_head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66928" cy="612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TALK TO IT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554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manufacture lithium batteries and I need to know which products need a DPP before February.”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0574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reviews the catalog against the regulation's scope criteria — battery capacity, chemistry type, application category — and returns a compliance checklist ranked by urgency.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154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of our suppliers' certifications expire in the next 90 days?”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checks every supply chain record simultaneously and surfaces the ones approaching their validity window — before the gap becomes a compliance finding.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617720"/>
            <a:ext cx="11091672" cy="1417320"/>
          </a:xfrm>
          <a:prstGeom prst="rect">
            <a:avLst/>
          </a:prstGeom>
          <a:solidFill>
            <a:srgbClr val="0D142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754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“Generate the DPP package for our new e-bike battery SKU.”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Builder maps the product data to the regulation's schema and produces a QR-linkable, registry-ready passport in the same step as the product listing.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263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pilot with Volta Advisory, a compliance consulting firm. If your catalog includes battery-containing products sold in the EU, the scoping conversation takes 30 minutes.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0" y="6263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sean@sociii.ai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2026-07-29T16:23:47Z</dcterms:created>
  <dcterms:modified xsi:type="dcterms:W3CDTF">2026-07-29T16:23:47Z</dcterms:modified>
</cp:coreProperties>
</file>