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68680" cy="941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REAL ESTATE VERTICAL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 Stack Is Fragmented. The Intelligence Layer Doesn’t Exist Yet.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deal and asset records, governed AI underwriting — the platform that gives mid-market developers the analytical depth of an institutional research desk.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5623560"/>
            <a:ext cx="14173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4"/>
          <p:cNvSpPr/>
          <p:nvPr/>
        </p:nvSpPr>
        <p:spPr>
          <a:xfrm>
            <a:off x="2240280" y="5623560"/>
            <a:ext cx="1417320" cy="20117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8" name="Text 5"/>
          <p:cNvSpPr/>
          <p:nvPr/>
        </p:nvSpPr>
        <p:spPr>
          <a:xfrm>
            <a:off x="1874520" y="54681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INTELLIGENCE   ✳   PARTICIPATION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· SOCIII Inc.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sean@sociii.ai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PropTech Fragmentation Has Reached Its Breaking Point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mid-size CRE operator running $200M AUM typically pays for six to ten software subscriptions — a research platform, a financial modeling tool, a lease management system, a transaction platform, a CRM, and a reporting layer. None of these systems talk to each other without custom integrations.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now synthesize public data — sales comps, permit filings, ownership transfers, zoning variances, NOI estimates — into market intelligence that approximates what a senior broker knows, for every submarket and asset class simultaneously.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1737360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737360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856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1812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 commercial real estate asset value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3218688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3218688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18120" y="38130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software subscriptions at a typical $200M AUM operator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35240" y="4700016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4700016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4818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8120" y="52943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monthly starting price, plus per-portfolio scaling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CRE vertical — live deployment: Western US commercial real estate developer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Management Team Plus Six to Ten Tools That Don't Talk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of Asset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$130,000–180,000/year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50592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04872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4048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$80,000–120,000/year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163824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18104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 coordinator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1181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$55,000–75,000/year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877056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77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83133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manager per building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8313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$50,000–80,000/year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590288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902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544568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PropTech subscriptions (6–10 tools)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40880" y="454456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$50,000–80,000/year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047488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367528"/>
            <a:ext cx="9418320" cy="8229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532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$365,000–535,000/yr salaries + tools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5532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SOCIII: $499–2,499/mo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CRE vertical — live deployment: Western US commercial real estate developer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SOCIII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Outcomes, Not Features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Site Recon, Feasibility, and CRE Analyst concurrently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broker sends an OM, you have a structured deal memo — pro forma, comps, go/no-go — before the competing bidder finishes their first analyst call.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53912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22592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lease expirations, CAM reconciliations, and covenant compliance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9944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portfolio, continuously, with notification before obligations are missed.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an append-only record of every asset event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4672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amendments, maintenance decisions, financing changes — logged chronologically, all auditable.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maintenance and capital planning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9944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 flags deferred maintenance before it becomes a capital event or tenant dispute.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CRE vertical — live deployment: Western US commercial real estate developer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$200M AUM Operator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$365K–535K/yr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of Asset Management, financial analyst, leasing coordinator — a full management team.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475488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to ten PropTech subscriptions that don't talk to each other, plus consultants for each feasibility study.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49240" cy="4160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SOCIII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$5,988–29,988/yr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coordinates Site Recon, Feasibility, and CRE Analyst — deal analysis in days, not weeks.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4023360"/>
            <a:ext cx="475488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property management layer handles routine tenant touchpoints automatically.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CRE vertical — live deployment: Western US commercial real estate developer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FORCE MULTIPLIER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Days, Not Weeks, to a Go/No-Go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1417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 feasibility study. One analyst. Sequential process.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91672" cy="141732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Days. Site Recon, Feasibility, and CRE Analyst run in parallel. You review a structured deal memo before the competing institutional buyer has finished their first call.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savings are not incremental. They are structural — the deal analysis that previously required a 4–6 week consultant engagement happens in days.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CRE vertical — live deployment: Western US commercial real estate developer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Records, Anchored for Tamper-Evidence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deal, lease, and operational event in SOCIII is an immutable record. The acquisition memo from 2024 is still there when the disposition conversation starts in 2028.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same architecture as chain-of-title in real estate conveyancing — an append-only record where the history is the asset, anchored to the Base blockchain by default for tamper-evidence.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1158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is timestamped, hashed, and chained to the one before it — the ledger is the audit file.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931920"/>
            <a:ext cx="5193792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lease abstract written at execution is still there when the tenant disputes a CAM charge in 2027 — the record doesn't need to be reconstructed.”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CRE vertical — live deployment: Western US commercial real estate developer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Workers, One Chief of Staff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6428232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Worker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What It Does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Record It Creates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Recon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due diligence, comps, demographics, traffic patterns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site-recon-bundle/v1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Feasibility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forma, sensitivity table, IRR range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 forma, comps, go/no-go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 Analyst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Comparable sales, market positioning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deal-analysis/v1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Salesperson / Leasing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 qualification, lease modeling, renewals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lease-bundle/v1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MX / Maintenance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orders, vendor scheduling, capital planning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mx-report/v1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Operations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 reconciliation, insurance renewals, utility contracts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ops-bundle/v1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Alex, the Chief of Staff, monitors the portfolio in real time — alerting on lease expirations, covenant thresholds, and maintenance escalations before they become capital events or tenant disputes.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CRE vertical — live deployment: Western US commercial real estate developer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Deployment, Not a Proof of Concept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is deployed with a commercial real estate developer operating across the Western United States — active deal pipeline, live asset portfolio, real operations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deployment covers deal screening, feasibility modeling, leasing coordination, and daily asset operations. This is not a proof of concept. It is a running deployment on a real portfolio.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691640"/>
            <a:ext cx="402336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691640"/>
            <a:ext cx="4023360" cy="45720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0956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 — active deal pipeline and asset portfolio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09560" y="3246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09560" y="3749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turnaround, down from 4–6 weeks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4526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0956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data gaps — unconfigured sources are flagged, not fabricated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CRE vertical — live deployment: Western US commercial real estate developer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66928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TALK TO IT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a 5-building portfolio and I want to know which leases are expiring in the next 18 months.”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pulls the lease roll, surfaces the expiration dates, and flags the ones where market comps suggest the renewal conversation should start now. It takes seconds, not a report cycle.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154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“Run a feasibility on this. I need the pro forma, comparable sales, and a go/no-go by end of day.”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coordinates three workers in parallel. By noon you are reviewing a structured deal memo. The competing bidder is still scheduling their analyst call.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“Rent variance is up 200 basis points across two buildings. What's going on?”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surfaces the pattern, identifies common factors — same leasing agent, same vintage of tenant, same HVAC vendor — and flags the operations manager with a recommendation.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is deployed with a western US commercial real estate developer. If you run a portfolio of $10M or more, the demo takes one working session.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6263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sean@sociii.ai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2026-07-29T16:23:47Z</dcterms:created>
  <dcterms:modified xsi:type="dcterms:W3CDTF">2026-07-29T16:23:47Z</dcterms:modified>
</cp:coreProperties>
</file>