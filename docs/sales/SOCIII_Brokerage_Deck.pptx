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68680" cy="941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BROKERAGE VERTICAL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Brokers Won’t Survive This Decade. A Few Will Do More Business Than Ever.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transaction records and governed AI coordination — the infrastructure behind agents who run 100 transactions a year instead of 30.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623560"/>
            <a:ext cx="14173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4"/>
          <p:cNvSpPr/>
          <p:nvPr/>
        </p:nvSpPr>
        <p:spPr>
          <a:xfrm>
            <a:off x="2240280" y="5623560"/>
            <a:ext cx="1417320" cy="20117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54681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INTELLIGENCE   ✳   PARTICIPATION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· SOCIII Inc.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sean@sociii.ai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Asymmetry That Built Brokerage Is Gone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Zillow launched in 2006. Redfin in 2006. By the time the first iPhone hit the market in 2007, a buyer with a smartphone could pull up every active listing in a zip code and get a rough valuation in seconds.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March 2024 NAR settlement decoupled buyer's agent compensation from seller's proceeds. The assumption that both sides of a transaction would always generate a commission is gone.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1737360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737360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856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Transactions/year for a top unaugmented agent — a hard ceiling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3218688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3218688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38130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Transactions/year for the same agent, AI-augmented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5240" y="4700016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4700016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18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52943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NAR settlement that decoupled buyer-agent commissions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Overhead That Comes Off Gross Commission First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coordinator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$45,000–65,000/year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50592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04872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subscription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4048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$2,000–6,000/year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163824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18104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tools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1181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$15,000–40,000/year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877056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83133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fees / brokerage splits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8313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20–40% of gross commission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654296"/>
            <a:ext cx="9418320" cy="8229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1888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$62,000–111,000/year overhead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8188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SOCIII: $150–250/mo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SOCIII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Outcomes, Not Features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all active listings and deadlines simultaneously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flags every contingency deadline within 48 hours, drafts the appropriate notice, and keeps you in control — across all files at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53912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comps, deal analysis, and land use checks concurrently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9944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Recon and CRE Analyst don't wait for each other. You get the full picture before the offer window closes.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an append-only transaction record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4672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action, document, and status update is logged. Your audit trail is always current.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leasing coordination and chain-of-title lookups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9944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agents moving between residential and investment properties, the workers switch contexts without switching tools.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Top-Producing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$62K–111K/yr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coordinator, CRM subscription, marketing tools — overhead that comes off gross commission before you see a dollar.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475488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2.5% on a $600,000 home, the transaction coordinator alone costs roughly a third of one side.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4160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SOCIII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$1,800–3,000/yr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handles coordination, drafts client communications, and monitors every active transaction simultaneously.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4023360"/>
            <a:ext cx="475488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at 11pm when the client is anxious and the agent is asleep.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 MULTIPLIER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Agent, Same Hours, More Than Double the Volume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1417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transactions per year. A solo agent or two-person team at full capacity.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4173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 transactions per year. Same agent. Same hours. Alex handles the coordination overhead that was the bottleneck.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floor holds — a licensed agent must be the party of record — but it says nothing about how many transactions one agent can handle. It's a floor, not a ceiling.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Records, Anchored for Tamper-Evidence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is an immutable record. Disclosure documents, offer history, inspection reports, and communications are logged as append-only events.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buyer questions what was disclosed three years after closing, the record is complete and unambiguous — anchored to the Base blockchain by default for tamper-evidence.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1158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is timestamped, hashed, and chained to the one before it — the ledger is the audit file.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5193792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a buyer questions what was disclosed three years after closing, the record is complete and unambiguous.”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Workers, One Chief of Staff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6428232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Worker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What It Does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Record It Creates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 Analyst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 screening, CMA, comp analysis, market positioning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deal-analysis/v1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Salesperson / Leasing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qualification, offer drafting, negotiation support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lease-bundle/v1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Recon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due diligence, neighborhood analysis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site-recon-bundle/v1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 Use / Zoning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Permitted uses, overlay districts, variance history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land-use-bundle/v1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 Search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Chain-of-title, lien search, ownership verification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chain-of-title/v1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tracking, expense management, business P&amp;L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accounting-bundle/v1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Alex, the Chief of Staff, manages the pipeline, monitors contingency deadlines, and ensures no transaction falls through a crack — across every active deal simultaneously.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Deployment, Not a Proof of Concept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is currently deploying with a two-agent residential team operating in a competitive resort market — building AI-augmented workflows where average transaction values and client expectations are both high.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results are being tracked and will be published when the deployment reaches sufficient volume for meaningful comparison. This is not a proof of concept — it's a running deployment on a live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691640"/>
            <a:ext cx="402336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691640"/>
            <a:ext cx="4023360" cy="45720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0956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 the live pilot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3246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09560" y="3749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per-transaction time with AI augmentation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4526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095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data gaps — unconfigured sources are flagged, not fabricated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Brokerage vertical — for residential and commercial sales agents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66928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TALK TO IT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12 active listings. Alert me when any contingency deadline is within 48 hours.”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monitors all 12 simultaneously. When a contingency window approaches, Alex drafts the appropriate notice and surfaces it for your approval before you have thought to check the calendar.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154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“Draft a market analysis for 220 Birchwood Lane — I need it before my listing appointment in an hour.”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pulls comps, weighs the relevant variables, and produces a defensible valuation range in minutes — the analysis that used to take a senior agent hours.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of my past clients haven't heard from me in 90 days?”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surfaces the list and drafts a check-in message for each — the follow-up that gets forgotten on day 14 doesn't get forgotten anymore.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is currently deploying with a two-agent residential team in a competitive resort market. If you run 30+ transactions per year, the demo takes 30 minutes.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6263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sean@sociii.ai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2026-07-29T16:23:47Z</dcterms:created>
  <dcterms:modified xsi:type="dcterms:W3CDTF">2026-07-29T16:23:47Z</dcterms:modified>
</cp:coreProperties>
</file>