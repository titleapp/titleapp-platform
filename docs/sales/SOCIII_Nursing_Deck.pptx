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ckup_head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868680" cy="9418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880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NURSING EDUCATION VERTICAL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32004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Nursing Education Crisis Has an Infrastructure Answer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clinical and competency records, governed adaptive tutoring — the infrastructure that lets one faculty member safely supervise twice the students.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5623560"/>
            <a:ext cx="1417320" cy="2011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4"/>
          <p:cNvSpPr/>
          <p:nvPr/>
        </p:nvSpPr>
        <p:spPr>
          <a:xfrm>
            <a:off x="2240280" y="5623560"/>
            <a:ext cx="1417320" cy="20117"/>
          </a:xfrm>
          <a:prstGeom prst="rect">
            <a:avLst/>
          </a:prstGeom>
          <a:solidFill>
            <a:srgbClr val="3E9B5F"/>
          </a:solidFill>
          <a:ln/>
        </p:spPr>
      </p:sp>
      <p:sp>
        <p:nvSpPr>
          <p:cNvPr id="8" name="Text 5"/>
          <p:cNvSpPr/>
          <p:nvPr/>
        </p:nvSpPr>
        <p:spPr>
          <a:xfrm>
            <a:off x="1874520" y="546811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✳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806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INTELLIGENCE   ✳   PARTICIPATION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 · SOCIII Inc.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589520" y="6446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sean@sociii.ai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Is Broken at the Faculty Layer, Not the Student Layer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Nursing schools turned away 91,938 qualified applicants in 2021 — not for lack of interest in the career, but because there aren't enough faculty, clinical placement capacity, or administrative infrastructure.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candidates must hold a graduate degree, have years of clinical experience, and accept compensation that often sits below what a bedside nurse earns. That pool is finite — and shrinking.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35240" y="1737360"/>
            <a:ext cx="402336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1737360"/>
            <a:ext cx="4023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18562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91,938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818120" y="2331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applicants turned away from US nursing programs in 2021 (AACN)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35240" y="3218688"/>
            <a:ext cx="402336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5240" y="3218688"/>
            <a:ext cx="4023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3337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18120" y="38130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NCLEX pass rate after the 2023 NextGen redesign, down from ~85%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35240" y="4700016"/>
            <a:ext cx="402336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4700016"/>
            <a:ext cx="4023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48188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1:40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18120" y="529437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faculty-to-student ratio with SOCIII, up from 1:20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Nursing vertical — pilot partner: University of Hawaiʻi / Makai School of Nursing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Faculty Member Doing Tutoring, Tracking, and Documentation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 Comprehensive Review (70 students)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0" y="169164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$28,000–42,000/year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450592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404872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accreditation assembly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40487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of staff time per cycle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907792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163824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63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118104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Tutoring coordination overhead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311810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hrs/faculty/week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621024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877056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77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831336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tool subscriptions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383133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$8,000–15,000/year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334256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654296"/>
            <a:ext cx="9418320" cy="82296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1888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$36,000–57,000/year + staff time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48188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E9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SOCIII: $5,388/year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Nursing vertical — pilot partner: University of Hawaiʻi / Makai School of Nursing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SOCIII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Outcomes, Not Features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92938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clinical hours, competency milestones, and learning records continuously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560320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tutoring session, clinical event, and evaluation is logged in an append-only record. Accreditation documentation is always current.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53912" y="1691640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9944" y="194767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9944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22592" y="192938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AI tutoring continuously across the cohort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9944" y="2560320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get individualized support outside clinical hours without consuming faculty time.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16966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15137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NCLEX prep progression at the individual and cohort level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04672" y="4782312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flags students falling behind on competency benchmarks before the outcome is at risk.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53912" y="3913632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944" y="416966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9944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22592" y="415137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accreditation-ready reports on demand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9944" y="4782312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hour summaries and outcome documentation are generated from the running record — not assembled manually.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Nursing vertical — pilot partner: University of Hawaiʻi / Makai School of Nursing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FINANCIAL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70-Student Nursing Program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$36K–57K/yr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 Comprehensive Review, plus staff time consumed by manual accreditation assembly — two to four months of a program director's effort per cycle.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475488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062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labor cost is invisible until someone asks how many hours the last accreditation visit actually consumed.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49240" cy="416052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SOCIII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2402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9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$5,388/yr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46520" y="2971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ATI or HESI integration via LTI — SOCIII adds the governance layer and adaptive tutoring on top, not instead.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4023360"/>
            <a:ext cx="4754880" cy="10973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42062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Accreditation evidence exists continuously as a byproduct of the platform running.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Nursing vertical — pilot partner: University of Hawaiʻi / Makai School of Nursing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FORCE MULTIPLIER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Twice the Students, Same Quality of Oversight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91672" cy="1417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26771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faculty member supervises 20 students. Tracking and documentation consume a substantial portion of available 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1091672" cy="141732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20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faculty member supervises 40 or more students. Alex handles tutoring coordination, clinical hour tracking, and documentation continuously.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074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doubles without adding a single faculty line — faculty time goes back to teaching, not paperwork.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Nursing vertical — pilot partner: University of Hawaiʻi / Makai School of Nursing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Records, Anchored for Tamper-Evidence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hours logged in the Vault are an immutable, timestamped record tied to the specific competency domain they addressed. Every assessment produces a structured competency outcome.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RAAS rules define what the AI worker can do. It cannot fabricate clinical hours or generate competency records for assessments that weren't taken — every output is rule-validated before it becomes a record.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46520" y="2377440"/>
            <a:ext cx="155448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logged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0" y="2377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3920" y="2377440"/>
            <a:ext cx="1554480" cy="777240"/>
          </a:xfrm>
          <a:prstGeom prst="rect">
            <a:avLst/>
          </a:prstGeom>
          <a:solidFill>
            <a:srgbClr val="EFFAF3"/>
          </a:solidFill>
          <a:ln w="12700">
            <a:solidFill>
              <a:srgbClr val="3E9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0" y="2377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61320" y="2377440"/>
            <a:ext cx="155448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613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115800" y="2377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618720" y="2377440"/>
            <a:ext cx="1554480" cy="777240"/>
          </a:xfrm>
          <a:prstGeom prst="rect">
            <a:avLst/>
          </a:prstGeom>
          <a:solidFill>
            <a:srgbClr val="EFFAF3"/>
          </a:solidFill>
          <a:ln w="12700">
            <a:solidFill>
              <a:srgbClr val="3E9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33832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event is timestamped, hashed, and chained to the one before it — the ledger is the audit file.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3931920"/>
            <a:ext cx="5193792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41148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“When an ACEN site visitor asks how a specific student's clinical reasoning deficiencies were identified, the answer is a query, not a manual search.”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Nursing vertical — pilot partner: University of Hawaiʻi / Makai School of Nursing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Workers, One Chief of Staff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566160"/>
        </p:xfrm>
        <a:graphic>
          <a:graphicData uri="http://schemas.openxmlformats.org/drawingml/2006/table">
            <a:tbl>
              <a:tblPr/>
              <a:tblGrid>
                <a:gridCol w="1920240"/>
                <a:gridCol w="6428232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</a:rPr>
                        <a:t>Worker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</a:rPr>
                        <a:t>What It Does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</a:rPr>
                        <a:t>Record It Creates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Evaluation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student lifecycle — enrollment through licensure application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learning-record/v1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Records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Clinical hours tracking, ATI/HESI integration, cohort management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student-record/v1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Adaptive NCLEX prep using NextGen clinical judgment scenarios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tutoring-session/v1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 Manager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Curriculum delivery, progress, clinical placement coordination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course-record/v1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Accreditation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ACEN evidence aggregation, competency map, outcome reports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accreditation-report/v1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4864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Alex, the Chief of Staff, surfaces at-risk students before they fail and flags documentation gaps before they become accreditation findings.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Nursing vertical — pilot partner: University of Hawaiʻi / Makai School of Nursing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Deployment, Not a Proof of Concept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667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is partnering with University of Hawaiʻi's Makai School of Nursing on an academic study testing whether AI-augmented instruction produces measurably better NCLEX outcomes.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6675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controlled academic study with pre/post measurement, institutional IRB oversight, and a methodology designed for peer-reviewed publication — running now with real students in a real program.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35240" y="1691640"/>
            <a:ext cx="402336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1691640"/>
            <a:ext cx="4023360" cy="45720"/>
          </a:xfrm>
          <a:prstGeom prst="rect">
            <a:avLst/>
          </a:prstGeom>
          <a:solidFill>
            <a:srgbClr val="3E9B5F"/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1965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Q2–Q4 2026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09560" y="24688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IRB-governed outcome study window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09560" y="3246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09560" y="3749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University-level academic research partnership underway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09560" y="4526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909560" y="5029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data gaps — unconfigured sources are flagged, not fabricated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Nursing vertical — pilot partner: University of Hawaiʻi / Makai School of Nursing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ckup_head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66928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TALK TO IT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91672" cy="1417320"/>
          </a:xfrm>
          <a:prstGeom prst="rect">
            <a:avLst/>
          </a:prstGeom>
          <a:solidFill>
            <a:srgbClr val="0D1420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554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have 70 nursing students and my biggest accreditation problem is tracking clinical hours.”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0574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configures the cohort, sets up clinical hour logging, and starts tracking. The conversation that would take 18 months of enterprise LMS procurement takes 90 seconds.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11091672" cy="1417320"/>
          </a:xfrm>
          <a:prstGeom prst="rect">
            <a:avLst/>
          </a:prstGeom>
          <a:solidFill>
            <a:srgbClr val="0D1420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154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“Show me which second-semester students are below 70% on clinical judgment scenarios and haven't had a tutoring session this week.”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pulls it from the live record — not a month-end report, but the continuous data the platform maintains as a natural byproduct of students learning.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4617720"/>
            <a:ext cx="11091672" cy="1417320"/>
          </a:xfrm>
          <a:prstGeom prst="rect">
            <a:avLst/>
          </a:prstGeom>
          <a:solidFill>
            <a:srgbClr val="0D1420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754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“Generate the ACEN competency report for this cycle.”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assembles the report from records that have been building continuously since the semester began — a query, not a weeks-long assembly project.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263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active Q2–Q4 2026 pilot is underway with an IRB-governed outcome study. If you run a clinical program with 30+ students, the conversation takes 30 minutes.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0" y="6263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sean@sociii.ai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2026-07-29T16:23:47Z</dcterms:created>
  <dcterms:modified xsi:type="dcterms:W3CDTF">2026-07-29T16:23:47Z</dcterms:modified>
</cp:coreProperties>
</file>