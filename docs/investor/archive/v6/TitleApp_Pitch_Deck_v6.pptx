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Worker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follows your rules.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CF  |  $1.07M  |  $15M Cap  |  Post-Money SAFE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powerful but ungoverned. The market is stuck.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AI, No Rules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and Copilot can think but don’t follow rules. No enforcement. No audit trail. No proof.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Dumb Software, All Rules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compliance costs $500–$5K/mo. Rigid interfaces. Vendor lock-in. Can’t think.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35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Consequences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TILA disclosure costs $50K. A missed OSHA violation shuts a job site. A bad draw request delays funding by weeks.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35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Middle Ground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need AI that thinks AND follows rules. That’s what we built.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give AI rules. Not suggestions. Enforceable rules with proof.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operate within your rules. Every output checked. Every action logged.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Alex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business and rules in plain English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builds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for your industry auto-embedded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operates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Monitors, analyzes, automates within your rules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checked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verified. Proof it was done right.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+ Alex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is where workers share data. One source of truth across your operation. Alex is your Chief of Staff — morning briefings, task routing, cross-worker coordination. Free with 3+ workers.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Approach a Vertical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build one-off features. We map an entire industry.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600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Lifecycle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industry has a lifecycle. We map every phase end to end.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371600"/>
            <a:ext cx="1600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Regulations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OSHA, TILA, RESPA, FARs, SEC — rules become Tier 1 compliance.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37160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371600"/>
            <a:ext cx="1600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Pain Points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people lose money, miss deadlines, or get fined — those become workers.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371600"/>
            <a:ext cx="1600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Data 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share data through the Vault. Each one makes the others smarter.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371600"/>
            <a:ext cx="1600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spec, real-world testing, live. Then repeat for the next vertical.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Real Estate Development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workers across 8 phases. Site selection → design → permitting → financing → construction → stabilization → operations → disposition. GC bundle: ~$630/mo. Full lifecycle: ~$3,200/mo. Replaces $50K+/mo in consultants.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isn’t a moat in the age of AI. These 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worker makes the platform more valuable. An investor’s lending worker is better because the builder’s draw worker feeds it data. Competitors get an empty room.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of operational data in the Vault — budgets, compliance logs, draw history. When your lender is also on TitleApp, switching costs double.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27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 minted to a tamper-proof audit trail. Not a feature — a legal instrument. Blockchain patents protect chain of custody.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Depth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52+ workers that talk to each other. Clone one worker in a weekend. Clone 52 with Vault contracts and Alex orchestration? That’s years.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subscriptions survive, we survive. If they die, we thrive.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$29–$99/mo per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75/25 creator split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development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51760" cy="1828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Hybrid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+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on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Low/free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fees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connection fees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paying $65/mo = $780/yr. Same user under network model: $9/mo access + $200/mo transaction fees + $150/mo verification + $149/mo Vault connections = $6,096/yr. That’s 7.8x higher per-user revenue — achieved by making the software nearly free.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1005840"/>
            <a:ext cx="2560320" cy="2560320"/>
          </a:xfrm>
          <a:prstGeom prst="ellipse">
            <a:avLst/>
          </a:prstGeom>
          <a:solidFill>
            <a:srgbClr val="1E2761">
              <a:alpha val="15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$435B+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software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 + automation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1280160"/>
            <a:ext cx="2011680" cy="2011680"/>
          </a:xfrm>
          <a:prstGeom prst="ellipse">
            <a:avLst/>
          </a:prstGeom>
          <a:solidFill>
            <a:srgbClr val="1E2761">
              <a:alpha val="15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initial verticals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1463040" cy="1463040"/>
          </a:xfrm>
          <a:prstGeom prst="ellipse">
            <a:avLst/>
          </a:prstGeom>
          <a:solidFill>
            <a:srgbClr val="1E2761">
              <a:alpha val="15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5216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5-year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Initial Segments: Auto Dealers  |  Real Estate  |  Mortgage  |  Aviation  |  Healthcare  |  Investment Mgmt  |  Gig / SMB  |  DIY Creators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dealers, RE, gig economy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Platform-seeded workers (2–4/day)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B2B + TikTok creators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Creator-led with Alex launch kits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verticals (52+ workers each)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partnerships (NAHB, NAR)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workers (Stripe 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with Alex discovery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Securities &amp; regulatory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API / AI app stores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white-label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Distribution Channels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Creator-led (75% rev share)  |  Embeddable widgets  |  TitleApp marketplace  |  Competitive pressure  |  Industry partnerships  |  Platform API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Cross-Worker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Palantir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Harvey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combines governed AI + tamper-proof records + no-code builder + cross-worker data + creator marketplace + accessible pricing.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109728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Lee Combs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$1.5B+ raised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patents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 &amp; medevac 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09728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$20B+ M&amp;A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19yr Climate Tech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GTM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Ellen Bennett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Engineering: Vishal Kumar (Frontend, 8yr) • Manpreet Kaur (Backend, 8yr) • AI: Claude + OpenAI + Gemini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Advisors: Scott Eschelman (BUILD SF, $500M+ RE capital, Stanford) • Peggy Liu (WEF, Time Hero of Environment, MIT)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Proceeds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$803K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19659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Burn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$27.8K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9659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(zero rev)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months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19659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Positive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13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84248"/>
                <a:gridCol w="1984248"/>
                <a:gridCol w="197510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M12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$342K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$812K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M24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$6.14M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 Cash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($524K)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$6.58M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52-worker vertical approach is the accelerant. Bundle pricing ($630–$3,200/mo) drives ARPU well above individual subscriptions.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$1,070,000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CF via Wefunder  |  Post-Money SAFE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96596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Cap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$15,000,000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2194560"/>
            <a:ext cx="196596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196596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03720" y="2194560"/>
            <a:ext cx="196596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Rata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all investors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Scenarios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0604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0956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 Not projections. Risk of total loss.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Runway: 29 months (zero rev) | 33+ months (with rev) | Cash-flow positive: mid-2027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Worker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follows your rules.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  |  kent@titleapp.ai  |  titleapp.ai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TitleApp — The Digital Worker Platform</dc:title>
  <dc:subject>PptxGenJS Presentation</dc:subject>
  <dc:creator>Sean Lee Combs</dc:creator>
  <cp:lastModifiedBy>Sean Lee Combs</cp:lastModifiedBy>
  <cp:revision>1</cp:revision>
  <dcterms:created xsi:type="dcterms:W3CDTF">2026-03-02T11:00:28Z</dcterms:created>
  <dcterms:modified xsi:type="dcterms:W3CDTF">2026-03-02T11:00:28Z</dcterms:modified>
</cp:coreProperties>
</file>